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2affb199984194" /><Relationship Type="http://schemas.openxmlformats.org/officeDocument/2006/relationships/extended-properties" Target="/docProps/app.xml" Id="R52ad42a76c4e4fcb" /><Relationship Type="http://schemas.openxmlformats.org/officeDocument/2006/relationships/officeDocument" Target="/ppt/presentation.xml" Id="R377cb85a30e648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6cadf186b341b6"/>
  </p:sldMasterIdLst>
  <p:notesMasterIdLst>
    <p:notesMasterId xmlns:r="http://schemas.openxmlformats.org/officeDocument/2006/relationships" r:id="R3fa22e1e2cf44bd1"/>
  </p:notesMasterIdLst>
  <p:sldIdLst>
    <p:sldId xmlns:r="http://schemas.openxmlformats.org/officeDocument/2006/relationships" id="256" r:id="Rac47099d28a548b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cadf186b341b6" /><Relationship Type="http://schemas.openxmlformats.org/officeDocument/2006/relationships/theme" Target="/ppt/theme/theme1.xml" Id="Rd7cdbe6c48194eb0" /><Relationship Type="http://schemas.openxmlformats.org/officeDocument/2006/relationships/notesMaster" Target="/ppt/notesMasters/notesMaster1.xml" Id="R3fa22e1e2cf44bd1" /><Relationship Type="http://schemas.openxmlformats.org/officeDocument/2006/relationships/presProps" Target="/ppt/presProps.xml" Id="R74caa2f6a9914811" /><Relationship Type="http://schemas.openxmlformats.org/officeDocument/2006/relationships/viewProps" Target="/ppt/viewProps.xml" Id="R8dd3ed048b3b470b" /><Relationship Type="http://schemas.openxmlformats.org/officeDocument/2006/relationships/tableStyles" Target="/ppt/tableStyles.xml" Id="R527a14eef4844eee" /><Relationship Type="http://schemas.openxmlformats.org/officeDocument/2006/relationships/slide" Target="/ppt/slides/slide1.xml" Id="Rac47099d28a548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5780892d39f44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e7a3fa93a44229" /><Relationship Type="http://schemas.openxmlformats.org/officeDocument/2006/relationships/notesMaster" Target="/ppt/notesMasters/notesMaster1.xml" Id="R2a14a9d07f2e42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ee039feea4fa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a635a3845d449c8" /><Relationship Type="http://schemas.openxmlformats.org/officeDocument/2006/relationships/slideLayout" Target="/ppt/slideLayouts/slideLayout2.xml" Id="R4d498919786f4c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498919786f4c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391a26065b45db" /><Relationship Type="http://schemas.openxmlformats.org/officeDocument/2006/relationships/notesSlide" Target="/ppt/notesSlides/notesSlide1.xml" Id="Rf05014f5bd7a46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32D06E7-4D9B-4F23-92AC-921E7C47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27051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11827"/>
                </a:solidFill>
              </a:defRPr>
            </a:pPr>
            <a:r>
              <a:rPr sz="6000" b="1">
                <a:solidFill>
                  <a:srgbClr val="111827"/>
                </a:solidFill>
              </a:rPr>
              <a:t>Test title</a:t>
            </a:r>
          </a:p>
        </p:txBody>
      </p:sp>
      <p:sp>
        <p:nvSpPr>
          <p:cNvPr id="2" name="p1">
            <a:extLst xmlns:a="http://schemas.openxmlformats.org/drawingml/2006/main">
              <a:ext uri="{FF2B5EF4-FFF2-40B4-BE49-F238E27FC236}">
                <a16:creationId xmlns:a16="http://schemas.microsoft.com/office/drawing/2014/main" id="{2A975F88-CBD0-4DF2-A4C3-42618DB2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8229600" cy="7658100"/>
          </a:xfrm>
          <a:prstGeom xmlns:a="http://schemas.openxmlformats.org/drawingml/2006/main" prst="roundRect">
            <a:avLst>
              <a:gd name="adj" fmla="val 995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8949B-EB43-49D6-ACCF-131A7E6C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7658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A66C2"/>
                </a:solidFill>
              </a:defRPr>
            </a:pPr>
            <a:r>
              <a:rPr sz="3000" b="1">
                <a:solidFill>
                  <a:srgbClr val="0A66C2"/>
                </a:solidFill>
              </a:rPr>
              <a:t>Panel text</a:t>
            </a:r>
          </a:p>
        </p:txBody>
      </p:sp>
      <p:sp>
        <p:nvSpPr>
          <p:cNvPr id="4" name="p2">
            <a:extLst xmlns:a="http://schemas.openxmlformats.org/drawingml/2006/main">
              <a:ext uri="{FF2B5EF4-FFF2-40B4-BE49-F238E27FC236}">
                <a16:creationId xmlns:a16="http://schemas.microsoft.com/office/drawing/2014/main" id="{47A7637E-F38F-4DA3-848A-1ECD4C8C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8229600" cy="7658100"/>
          </a:xfrm>
          <a:prstGeom xmlns:a="http://schemas.openxmlformats.org/drawingml/2006/main" prst="roundRect">
            <a:avLst>
              <a:gd name="adj" fmla="val 995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22497-A229-4B27-8C12-9F177567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52650"/>
            <a:ext cx="7658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Dark panel</a:t>
            </a:r>
          </a:p>
        </p:txBody>
      </p:sp>
    </p:spTree>
    <p:extLst>
      <p:ext uri="{BB962C8B-B14F-4D97-AF65-F5344CB8AC3E}">
        <p14:creationId xmlns:p14="http://schemas.microsoft.com/office/powerpoint/2010/main" val="673353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2026-05-19T19:15:26.3490000Z</dcterms:created>
  <dcterms:modified xsi:type="dcterms:W3CDTF">2026-05-19T19:15:26.3500000Z</dcterms:modified>
</coreProperties>
</file>